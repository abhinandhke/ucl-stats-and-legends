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8BA529-EA55-4DE8-8DEF-9892A57EA7D3}" v="84" dt="2026-01-11T17:30:11.4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nandh KE" userId="3dde153257b1b11c" providerId="LiveId" clId="{9DA26157-78CB-40F8-BD9B-3C5EE01EE3C6}"/>
    <pc:docChg chg="undo custSel addSld modSld sldOrd">
      <pc:chgData name="Abhinandh KE" userId="3dde153257b1b11c" providerId="LiveId" clId="{9DA26157-78CB-40F8-BD9B-3C5EE01EE3C6}" dt="2026-01-13T14:17:03.820" v="501"/>
      <pc:docMkLst>
        <pc:docMk/>
      </pc:docMkLst>
      <pc:sldChg chg="modSp mod setBg">
        <pc:chgData name="Abhinandh KE" userId="3dde153257b1b11c" providerId="LiveId" clId="{9DA26157-78CB-40F8-BD9B-3C5EE01EE3C6}" dt="2026-01-11T04:22:43.870" v="317"/>
        <pc:sldMkLst>
          <pc:docMk/>
          <pc:sldMk cId="3425807971" sldId="256"/>
        </pc:sldMkLst>
        <pc:spChg chg="mod">
          <ac:chgData name="Abhinandh KE" userId="3dde153257b1b11c" providerId="LiveId" clId="{9DA26157-78CB-40F8-BD9B-3C5EE01EE3C6}" dt="2026-01-07T08:14:32.596" v="185" actId="20577"/>
          <ac:spMkLst>
            <pc:docMk/>
            <pc:sldMk cId="3425807971" sldId="256"/>
            <ac:spMk id="2" creationId="{B826DBB0-B19A-67B8-ADD1-D669E21F58C3}"/>
          </ac:spMkLst>
        </pc:spChg>
        <pc:spChg chg="mod">
          <ac:chgData name="Abhinandh KE" userId="3dde153257b1b11c" providerId="LiveId" clId="{9DA26157-78CB-40F8-BD9B-3C5EE01EE3C6}" dt="2026-01-07T08:14:56.042" v="187" actId="1076"/>
          <ac:spMkLst>
            <pc:docMk/>
            <pc:sldMk cId="3425807971" sldId="256"/>
            <ac:spMk id="3" creationId="{1224EF75-C9D3-8844-885F-5DD5DC709A69}"/>
          </ac:spMkLst>
        </pc:spChg>
      </pc:sldChg>
      <pc:sldChg chg="addSp delSp modSp new mod setBg">
        <pc:chgData name="Abhinandh KE" userId="3dde153257b1b11c" providerId="LiveId" clId="{9DA26157-78CB-40F8-BD9B-3C5EE01EE3C6}" dt="2026-01-11T06:10:57.473" v="416" actId="1076"/>
        <pc:sldMkLst>
          <pc:docMk/>
          <pc:sldMk cId="334614962" sldId="257"/>
        </pc:sldMkLst>
        <pc:spChg chg="mod">
          <ac:chgData name="Abhinandh KE" userId="3dde153257b1b11c" providerId="LiveId" clId="{9DA26157-78CB-40F8-BD9B-3C5EE01EE3C6}" dt="2026-01-07T07:05:07.470" v="52" actId="207"/>
          <ac:spMkLst>
            <pc:docMk/>
            <pc:sldMk cId="334614962" sldId="257"/>
            <ac:spMk id="2" creationId="{C31B40D6-87C9-16F3-8F7C-EB69C76007CE}"/>
          </ac:spMkLst>
        </pc:spChg>
        <pc:spChg chg="add del mod">
          <ac:chgData name="Abhinandh KE" userId="3dde153257b1b11c" providerId="LiveId" clId="{9DA26157-78CB-40F8-BD9B-3C5EE01EE3C6}" dt="2026-01-11T06:10:57.473" v="416" actId="1076"/>
          <ac:spMkLst>
            <pc:docMk/>
            <pc:sldMk cId="334614962" sldId="257"/>
            <ac:spMk id="3" creationId="{7DDC9F2C-2803-D0A4-655B-81FD28AEBF88}"/>
          </ac:spMkLst>
        </pc:spChg>
      </pc:sldChg>
      <pc:sldChg chg="addSp delSp modSp new mod setBg">
        <pc:chgData name="Abhinandh KE" userId="3dde153257b1b11c" providerId="LiveId" clId="{9DA26157-78CB-40F8-BD9B-3C5EE01EE3C6}" dt="2026-01-11T17:30:37.295" v="497" actId="1076"/>
        <pc:sldMkLst>
          <pc:docMk/>
          <pc:sldMk cId="3245792148" sldId="258"/>
        </pc:sldMkLst>
        <pc:spChg chg="mod">
          <ac:chgData name="Abhinandh KE" userId="3dde153257b1b11c" providerId="LiveId" clId="{9DA26157-78CB-40F8-BD9B-3C5EE01EE3C6}" dt="2026-01-11T17:30:37.295" v="497" actId="1076"/>
          <ac:spMkLst>
            <pc:docMk/>
            <pc:sldMk cId="3245792148" sldId="258"/>
            <ac:spMk id="2" creationId="{CD571685-80F6-6BEB-049A-975B0DEF3340}"/>
          </ac:spMkLst>
        </pc:spChg>
        <pc:spChg chg="add mod">
          <ac:chgData name="Abhinandh KE" userId="3dde153257b1b11c" providerId="LiveId" clId="{9DA26157-78CB-40F8-BD9B-3C5EE01EE3C6}" dt="2026-01-11T17:30:21.628" v="496" actId="2710"/>
          <ac:spMkLst>
            <pc:docMk/>
            <pc:sldMk cId="3245792148" sldId="258"/>
            <ac:spMk id="6" creationId="{5F99103C-0CC2-7387-0356-4262DB24F4B7}"/>
          </ac:spMkLst>
        </pc:spChg>
      </pc:sldChg>
      <pc:sldChg chg="addSp delSp modSp new mod ord">
        <pc:chgData name="Abhinandh KE" userId="3dde153257b1b11c" providerId="LiveId" clId="{9DA26157-78CB-40F8-BD9B-3C5EE01EE3C6}" dt="2026-01-13T14:17:03.820" v="501"/>
        <pc:sldMkLst>
          <pc:docMk/>
          <pc:sldMk cId="1680299594" sldId="259"/>
        </pc:sldMkLst>
        <pc:picChg chg="add mod modCrop">
          <ac:chgData name="Abhinandh KE" userId="3dde153257b1b11c" providerId="LiveId" clId="{9DA26157-78CB-40F8-BD9B-3C5EE01EE3C6}" dt="2026-01-07T08:01:23.112" v="129" actId="14100"/>
          <ac:picMkLst>
            <pc:docMk/>
            <pc:sldMk cId="1680299594" sldId="259"/>
            <ac:picMk id="5" creationId="{B41B35C5-2DB2-BA01-E842-3A26EAB7F546}"/>
          </ac:picMkLst>
        </pc:picChg>
      </pc:sldChg>
      <pc:sldChg chg="addSp delSp modSp new mod ord">
        <pc:chgData name="Abhinandh KE" userId="3dde153257b1b11c" providerId="LiveId" clId="{9DA26157-78CB-40F8-BD9B-3C5EE01EE3C6}" dt="2026-01-12T04:02:39.117" v="499"/>
        <pc:sldMkLst>
          <pc:docMk/>
          <pc:sldMk cId="3652734781" sldId="260"/>
        </pc:sldMkLst>
        <pc:picChg chg="add mod modCrop">
          <ac:chgData name="Abhinandh KE" userId="3dde153257b1b11c" providerId="LiveId" clId="{9DA26157-78CB-40F8-BD9B-3C5EE01EE3C6}" dt="2026-01-07T07:59:29.236" v="113" actId="14100"/>
          <ac:picMkLst>
            <pc:docMk/>
            <pc:sldMk cId="3652734781" sldId="260"/>
            <ac:picMk id="5" creationId="{EB7BCC80-E597-B306-32CC-04A021711927}"/>
          </ac:picMkLst>
        </pc:picChg>
      </pc:sldChg>
      <pc:sldChg chg="modSp new mod setBg">
        <pc:chgData name="Abhinandh KE" userId="3dde153257b1b11c" providerId="LiveId" clId="{9DA26157-78CB-40F8-BD9B-3C5EE01EE3C6}" dt="2026-01-11T17:28:11.014" v="484" actId="20577"/>
        <pc:sldMkLst>
          <pc:docMk/>
          <pc:sldMk cId="3003802654" sldId="261"/>
        </pc:sldMkLst>
        <pc:spChg chg="mod">
          <ac:chgData name="Abhinandh KE" userId="3dde153257b1b11c" providerId="LiveId" clId="{9DA26157-78CB-40F8-BD9B-3C5EE01EE3C6}" dt="2026-01-07T08:07:59.359" v="147" actId="207"/>
          <ac:spMkLst>
            <pc:docMk/>
            <pc:sldMk cId="3003802654" sldId="261"/>
            <ac:spMk id="2" creationId="{7D1CBF44-9A91-7176-D629-C49E76138510}"/>
          </ac:spMkLst>
        </pc:spChg>
        <pc:spChg chg="mod">
          <ac:chgData name="Abhinandh KE" userId="3dde153257b1b11c" providerId="LiveId" clId="{9DA26157-78CB-40F8-BD9B-3C5EE01EE3C6}" dt="2026-01-11T17:28:11.014" v="484" actId="20577"/>
          <ac:spMkLst>
            <pc:docMk/>
            <pc:sldMk cId="3003802654" sldId="261"/>
            <ac:spMk id="3" creationId="{45576E06-10D8-C1EB-2302-3773FEC96F17}"/>
          </ac:spMkLst>
        </pc:spChg>
      </pc:sldChg>
      <pc:sldChg chg="modSp new mod setBg">
        <pc:chgData name="Abhinandh KE" userId="3dde153257b1b11c" providerId="LiveId" clId="{9DA26157-78CB-40F8-BD9B-3C5EE01EE3C6}" dt="2026-01-11T04:02:55.823" v="291"/>
        <pc:sldMkLst>
          <pc:docMk/>
          <pc:sldMk cId="1406444608" sldId="262"/>
        </pc:sldMkLst>
        <pc:spChg chg="mod">
          <ac:chgData name="Abhinandh KE" userId="3dde153257b1b11c" providerId="LiveId" clId="{9DA26157-78CB-40F8-BD9B-3C5EE01EE3C6}" dt="2026-01-10T06:27:45.771" v="289" actId="1076"/>
          <ac:spMkLst>
            <pc:docMk/>
            <pc:sldMk cId="1406444608" sldId="262"/>
            <ac:spMk id="2" creationId="{3F60A5E4-B2F2-A880-14E0-E41CFC9BE61C}"/>
          </ac:spMkLst>
        </pc:spChg>
        <pc:spChg chg="mod">
          <ac:chgData name="Abhinandh KE" userId="3dde153257b1b11c" providerId="LiveId" clId="{9DA26157-78CB-40F8-BD9B-3C5EE01EE3C6}" dt="2026-01-07T14:20:42.830" v="281" actId="14100"/>
          <ac:spMkLst>
            <pc:docMk/>
            <pc:sldMk cId="1406444608" sldId="262"/>
            <ac:spMk id="3" creationId="{BA43A70A-ADEA-5CBF-59E1-D8D251937B2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B79AC-45CF-44EE-F8B4-3B8F44A06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1DA5325-23EB-1DC8-25AF-D33ECE5DA7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E3DDF31-1EA3-F480-4EE7-2738BB26F4D9}"/>
              </a:ext>
            </a:extLst>
          </p:cNvPr>
          <p:cNvSpPr>
            <a:spLocks noGrp="1"/>
          </p:cNvSpPr>
          <p:nvPr>
            <p:ph type="dt" sz="half" idx="10"/>
          </p:nvPr>
        </p:nvSpPr>
        <p:spPr/>
        <p:txBody>
          <a:bodyPr/>
          <a:lstStyle/>
          <a:p>
            <a:fld id="{9F2D86A9-D729-4E14-AC05-4BE995895EA2}" type="datetimeFigureOut">
              <a:rPr lang="en-IN" smtClean="0"/>
              <a:t>13-01-2026</a:t>
            </a:fld>
            <a:endParaRPr lang="en-IN"/>
          </a:p>
        </p:txBody>
      </p:sp>
      <p:sp>
        <p:nvSpPr>
          <p:cNvPr id="5" name="Footer Placeholder 4">
            <a:extLst>
              <a:ext uri="{FF2B5EF4-FFF2-40B4-BE49-F238E27FC236}">
                <a16:creationId xmlns:a16="http://schemas.microsoft.com/office/drawing/2014/main" id="{CA417243-954C-B2D7-1F12-BA19273B30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4E87AE-45FB-A32B-6C50-4FE94B6CE04C}"/>
              </a:ext>
            </a:extLst>
          </p:cNvPr>
          <p:cNvSpPr>
            <a:spLocks noGrp="1"/>
          </p:cNvSpPr>
          <p:nvPr>
            <p:ph type="sldNum" sz="quarter" idx="12"/>
          </p:nvPr>
        </p:nvSpPr>
        <p:spPr/>
        <p:txBody>
          <a:bodyPr/>
          <a:lstStyle/>
          <a:p>
            <a:fld id="{2F9AC001-5F93-42FD-900D-DDB75849BFEB}" type="slidenum">
              <a:rPr lang="en-IN" smtClean="0"/>
              <a:t>‹#›</a:t>
            </a:fld>
            <a:endParaRPr lang="en-IN"/>
          </a:p>
        </p:txBody>
      </p:sp>
    </p:spTree>
    <p:extLst>
      <p:ext uri="{BB962C8B-B14F-4D97-AF65-F5344CB8AC3E}">
        <p14:creationId xmlns:p14="http://schemas.microsoft.com/office/powerpoint/2010/main" val="2148213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A9C5F-54EE-9CBF-3939-F201DA6497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4859DA-F245-7A51-6A7B-E9C26CBF5D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EE24B4-6127-F60F-5F74-F1AFA631C67F}"/>
              </a:ext>
            </a:extLst>
          </p:cNvPr>
          <p:cNvSpPr>
            <a:spLocks noGrp="1"/>
          </p:cNvSpPr>
          <p:nvPr>
            <p:ph type="dt" sz="half" idx="10"/>
          </p:nvPr>
        </p:nvSpPr>
        <p:spPr/>
        <p:txBody>
          <a:bodyPr/>
          <a:lstStyle/>
          <a:p>
            <a:fld id="{9F2D86A9-D729-4E14-AC05-4BE995895EA2}" type="datetimeFigureOut">
              <a:rPr lang="en-IN" smtClean="0"/>
              <a:t>13-01-2026</a:t>
            </a:fld>
            <a:endParaRPr lang="en-IN"/>
          </a:p>
        </p:txBody>
      </p:sp>
      <p:sp>
        <p:nvSpPr>
          <p:cNvPr id="5" name="Footer Placeholder 4">
            <a:extLst>
              <a:ext uri="{FF2B5EF4-FFF2-40B4-BE49-F238E27FC236}">
                <a16:creationId xmlns:a16="http://schemas.microsoft.com/office/drawing/2014/main" id="{9112FA0A-7151-A2E3-689C-9C6FDD9745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567A7E-E9F1-BE71-470F-854070C3D86D}"/>
              </a:ext>
            </a:extLst>
          </p:cNvPr>
          <p:cNvSpPr>
            <a:spLocks noGrp="1"/>
          </p:cNvSpPr>
          <p:nvPr>
            <p:ph type="sldNum" sz="quarter" idx="12"/>
          </p:nvPr>
        </p:nvSpPr>
        <p:spPr/>
        <p:txBody>
          <a:bodyPr/>
          <a:lstStyle/>
          <a:p>
            <a:fld id="{2F9AC001-5F93-42FD-900D-DDB75849BFEB}" type="slidenum">
              <a:rPr lang="en-IN" smtClean="0"/>
              <a:t>‹#›</a:t>
            </a:fld>
            <a:endParaRPr lang="en-IN"/>
          </a:p>
        </p:txBody>
      </p:sp>
    </p:spTree>
    <p:extLst>
      <p:ext uri="{BB962C8B-B14F-4D97-AF65-F5344CB8AC3E}">
        <p14:creationId xmlns:p14="http://schemas.microsoft.com/office/powerpoint/2010/main" val="3202366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F55F5-86A2-D3D6-97D7-3CE3F9D37E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3F4008F-EFDB-724E-FC7F-F90A01359B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A1F08F-6857-FB9B-409A-7C47DDCE1F4A}"/>
              </a:ext>
            </a:extLst>
          </p:cNvPr>
          <p:cNvSpPr>
            <a:spLocks noGrp="1"/>
          </p:cNvSpPr>
          <p:nvPr>
            <p:ph type="dt" sz="half" idx="10"/>
          </p:nvPr>
        </p:nvSpPr>
        <p:spPr/>
        <p:txBody>
          <a:bodyPr/>
          <a:lstStyle/>
          <a:p>
            <a:fld id="{9F2D86A9-D729-4E14-AC05-4BE995895EA2}" type="datetimeFigureOut">
              <a:rPr lang="en-IN" smtClean="0"/>
              <a:t>13-01-2026</a:t>
            </a:fld>
            <a:endParaRPr lang="en-IN"/>
          </a:p>
        </p:txBody>
      </p:sp>
      <p:sp>
        <p:nvSpPr>
          <p:cNvPr id="5" name="Footer Placeholder 4">
            <a:extLst>
              <a:ext uri="{FF2B5EF4-FFF2-40B4-BE49-F238E27FC236}">
                <a16:creationId xmlns:a16="http://schemas.microsoft.com/office/drawing/2014/main" id="{AA877064-38AC-B348-1B1F-4134375EA5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050787-DACC-9C4C-AC31-C69EDB2445D8}"/>
              </a:ext>
            </a:extLst>
          </p:cNvPr>
          <p:cNvSpPr>
            <a:spLocks noGrp="1"/>
          </p:cNvSpPr>
          <p:nvPr>
            <p:ph type="sldNum" sz="quarter" idx="12"/>
          </p:nvPr>
        </p:nvSpPr>
        <p:spPr/>
        <p:txBody>
          <a:bodyPr/>
          <a:lstStyle/>
          <a:p>
            <a:fld id="{2F9AC001-5F93-42FD-900D-DDB75849BFEB}" type="slidenum">
              <a:rPr lang="en-IN" smtClean="0"/>
              <a:t>‹#›</a:t>
            </a:fld>
            <a:endParaRPr lang="en-IN"/>
          </a:p>
        </p:txBody>
      </p:sp>
    </p:spTree>
    <p:extLst>
      <p:ext uri="{BB962C8B-B14F-4D97-AF65-F5344CB8AC3E}">
        <p14:creationId xmlns:p14="http://schemas.microsoft.com/office/powerpoint/2010/main" val="337734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5B026-2B8C-A91B-70FD-BFA930B183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9D97F9-304E-6838-6FC9-0495ED7FE7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3CA8671-C597-EB2B-7B84-BD8ED63939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A64E9E-83CD-9F8E-96B8-8D5340C6BE33}"/>
              </a:ext>
            </a:extLst>
          </p:cNvPr>
          <p:cNvSpPr>
            <a:spLocks noGrp="1"/>
          </p:cNvSpPr>
          <p:nvPr>
            <p:ph type="dt" sz="half" idx="10"/>
          </p:nvPr>
        </p:nvSpPr>
        <p:spPr/>
        <p:txBody>
          <a:bodyPr/>
          <a:lstStyle/>
          <a:p>
            <a:fld id="{9F2D86A9-D729-4E14-AC05-4BE995895EA2}" type="datetimeFigureOut">
              <a:rPr lang="en-IN" smtClean="0"/>
              <a:t>13-01-2026</a:t>
            </a:fld>
            <a:endParaRPr lang="en-IN"/>
          </a:p>
        </p:txBody>
      </p:sp>
      <p:sp>
        <p:nvSpPr>
          <p:cNvPr id="6" name="Footer Placeholder 5">
            <a:extLst>
              <a:ext uri="{FF2B5EF4-FFF2-40B4-BE49-F238E27FC236}">
                <a16:creationId xmlns:a16="http://schemas.microsoft.com/office/drawing/2014/main" id="{669885C0-C565-7DBA-6C27-DAEE755783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0DA459-B336-E5F3-BFC7-05547EA2FD7A}"/>
              </a:ext>
            </a:extLst>
          </p:cNvPr>
          <p:cNvSpPr>
            <a:spLocks noGrp="1"/>
          </p:cNvSpPr>
          <p:nvPr>
            <p:ph type="sldNum" sz="quarter" idx="12"/>
          </p:nvPr>
        </p:nvSpPr>
        <p:spPr/>
        <p:txBody>
          <a:bodyPr/>
          <a:lstStyle/>
          <a:p>
            <a:fld id="{2F9AC001-5F93-42FD-900D-DDB75849BFEB}" type="slidenum">
              <a:rPr lang="en-IN" smtClean="0"/>
              <a:t>‹#›</a:t>
            </a:fld>
            <a:endParaRPr lang="en-IN"/>
          </a:p>
        </p:txBody>
      </p:sp>
    </p:spTree>
    <p:extLst>
      <p:ext uri="{BB962C8B-B14F-4D97-AF65-F5344CB8AC3E}">
        <p14:creationId xmlns:p14="http://schemas.microsoft.com/office/powerpoint/2010/main" val="1537328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76691-7C34-F0F6-8A5D-B50FF4F6274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FFD3D7B-F98D-D800-D75A-F665DED341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EB9029-583F-3BE5-D1EF-CCA7E16AAC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38290EB-B8A0-FEAC-93F4-9868B929FE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259C9A-9FCA-98EC-04A3-897110271D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53BB653-4BE5-FCB5-E747-D90A87A4FADA}"/>
              </a:ext>
            </a:extLst>
          </p:cNvPr>
          <p:cNvSpPr>
            <a:spLocks noGrp="1"/>
          </p:cNvSpPr>
          <p:nvPr>
            <p:ph type="dt" sz="half" idx="10"/>
          </p:nvPr>
        </p:nvSpPr>
        <p:spPr/>
        <p:txBody>
          <a:bodyPr/>
          <a:lstStyle/>
          <a:p>
            <a:fld id="{9F2D86A9-D729-4E14-AC05-4BE995895EA2}" type="datetimeFigureOut">
              <a:rPr lang="en-IN" smtClean="0"/>
              <a:t>13-01-2026</a:t>
            </a:fld>
            <a:endParaRPr lang="en-IN"/>
          </a:p>
        </p:txBody>
      </p:sp>
      <p:sp>
        <p:nvSpPr>
          <p:cNvPr id="8" name="Footer Placeholder 7">
            <a:extLst>
              <a:ext uri="{FF2B5EF4-FFF2-40B4-BE49-F238E27FC236}">
                <a16:creationId xmlns:a16="http://schemas.microsoft.com/office/drawing/2014/main" id="{3DE00329-8535-309E-DDA4-ACED034E10E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1ADAF02-6AD0-8CE3-A29D-B44D53EB0DAA}"/>
              </a:ext>
            </a:extLst>
          </p:cNvPr>
          <p:cNvSpPr>
            <a:spLocks noGrp="1"/>
          </p:cNvSpPr>
          <p:nvPr>
            <p:ph type="sldNum" sz="quarter" idx="12"/>
          </p:nvPr>
        </p:nvSpPr>
        <p:spPr/>
        <p:txBody>
          <a:bodyPr/>
          <a:lstStyle/>
          <a:p>
            <a:fld id="{2F9AC001-5F93-42FD-900D-DDB75849BFEB}" type="slidenum">
              <a:rPr lang="en-IN" smtClean="0"/>
              <a:t>‹#›</a:t>
            </a:fld>
            <a:endParaRPr lang="en-IN"/>
          </a:p>
        </p:txBody>
      </p:sp>
    </p:spTree>
    <p:extLst>
      <p:ext uri="{BB962C8B-B14F-4D97-AF65-F5344CB8AC3E}">
        <p14:creationId xmlns:p14="http://schemas.microsoft.com/office/powerpoint/2010/main" val="3785112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D6394-A9B7-0255-E432-DE70466F60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DDC603C-D018-CC81-2263-66ABB6F8C842}"/>
              </a:ext>
            </a:extLst>
          </p:cNvPr>
          <p:cNvSpPr>
            <a:spLocks noGrp="1"/>
          </p:cNvSpPr>
          <p:nvPr>
            <p:ph type="dt" sz="half" idx="10"/>
          </p:nvPr>
        </p:nvSpPr>
        <p:spPr/>
        <p:txBody>
          <a:bodyPr/>
          <a:lstStyle/>
          <a:p>
            <a:fld id="{9F2D86A9-D729-4E14-AC05-4BE995895EA2}" type="datetimeFigureOut">
              <a:rPr lang="en-IN" smtClean="0"/>
              <a:t>13-01-2026</a:t>
            </a:fld>
            <a:endParaRPr lang="en-IN"/>
          </a:p>
        </p:txBody>
      </p:sp>
      <p:sp>
        <p:nvSpPr>
          <p:cNvPr id="4" name="Footer Placeholder 3">
            <a:extLst>
              <a:ext uri="{FF2B5EF4-FFF2-40B4-BE49-F238E27FC236}">
                <a16:creationId xmlns:a16="http://schemas.microsoft.com/office/drawing/2014/main" id="{B7FBDCE9-9976-37C1-0327-41F30E5B102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A39AC73-7375-4B75-6482-D6AE47F5AE39}"/>
              </a:ext>
            </a:extLst>
          </p:cNvPr>
          <p:cNvSpPr>
            <a:spLocks noGrp="1"/>
          </p:cNvSpPr>
          <p:nvPr>
            <p:ph type="sldNum" sz="quarter" idx="12"/>
          </p:nvPr>
        </p:nvSpPr>
        <p:spPr/>
        <p:txBody>
          <a:bodyPr/>
          <a:lstStyle/>
          <a:p>
            <a:fld id="{2F9AC001-5F93-42FD-900D-DDB75849BFEB}" type="slidenum">
              <a:rPr lang="en-IN" smtClean="0"/>
              <a:t>‹#›</a:t>
            </a:fld>
            <a:endParaRPr lang="en-IN"/>
          </a:p>
        </p:txBody>
      </p:sp>
    </p:spTree>
    <p:extLst>
      <p:ext uri="{BB962C8B-B14F-4D97-AF65-F5344CB8AC3E}">
        <p14:creationId xmlns:p14="http://schemas.microsoft.com/office/powerpoint/2010/main" val="2034869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228D9A-8F78-8F4D-AFD1-1A32B5F50FB3}"/>
              </a:ext>
            </a:extLst>
          </p:cNvPr>
          <p:cNvSpPr>
            <a:spLocks noGrp="1"/>
          </p:cNvSpPr>
          <p:nvPr>
            <p:ph type="dt" sz="half" idx="10"/>
          </p:nvPr>
        </p:nvSpPr>
        <p:spPr/>
        <p:txBody>
          <a:bodyPr/>
          <a:lstStyle/>
          <a:p>
            <a:fld id="{9F2D86A9-D729-4E14-AC05-4BE995895EA2}" type="datetimeFigureOut">
              <a:rPr lang="en-IN" smtClean="0"/>
              <a:t>13-01-2026</a:t>
            </a:fld>
            <a:endParaRPr lang="en-IN"/>
          </a:p>
        </p:txBody>
      </p:sp>
      <p:sp>
        <p:nvSpPr>
          <p:cNvPr id="3" name="Footer Placeholder 2">
            <a:extLst>
              <a:ext uri="{FF2B5EF4-FFF2-40B4-BE49-F238E27FC236}">
                <a16:creationId xmlns:a16="http://schemas.microsoft.com/office/drawing/2014/main" id="{D5D3D08A-BBA7-1F89-FB50-191E4019972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C8364CF-6F30-5D48-CB14-F2F41EE2F52F}"/>
              </a:ext>
            </a:extLst>
          </p:cNvPr>
          <p:cNvSpPr>
            <a:spLocks noGrp="1"/>
          </p:cNvSpPr>
          <p:nvPr>
            <p:ph type="sldNum" sz="quarter" idx="12"/>
          </p:nvPr>
        </p:nvSpPr>
        <p:spPr/>
        <p:txBody>
          <a:bodyPr/>
          <a:lstStyle/>
          <a:p>
            <a:fld id="{2F9AC001-5F93-42FD-900D-DDB75849BFEB}" type="slidenum">
              <a:rPr lang="en-IN" smtClean="0"/>
              <a:t>‹#›</a:t>
            </a:fld>
            <a:endParaRPr lang="en-IN"/>
          </a:p>
        </p:txBody>
      </p:sp>
    </p:spTree>
    <p:extLst>
      <p:ext uri="{BB962C8B-B14F-4D97-AF65-F5344CB8AC3E}">
        <p14:creationId xmlns:p14="http://schemas.microsoft.com/office/powerpoint/2010/main" val="1711146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7D850-AD46-067B-0513-A09BAE9432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0E794D8-31CA-7C33-E5E5-2B7C03A973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0E2E24D-4028-7F9D-2FE9-F04B1C6C6C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FF42EE-F463-FF43-B32C-20D72CB96443}"/>
              </a:ext>
            </a:extLst>
          </p:cNvPr>
          <p:cNvSpPr>
            <a:spLocks noGrp="1"/>
          </p:cNvSpPr>
          <p:nvPr>
            <p:ph type="dt" sz="half" idx="10"/>
          </p:nvPr>
        </p:nvSpPr>
        <p:spPr/>
        <p:txBody>
          <a:bodyPr/>
          <a:lstStyle/>
          <a:p>
            <a:fld id="{9F2D86A9-D729-4E14-AC05-4BE995895EA2}" type="datetimeFigureOut">
              <a:rPr lang="en-IN" smtClean="0"/>
              <a:t>13-01-2026</a:t>
            </a:fld>
            <a:endParaRPr lang="en-IN"/>
          </a:p>
        </p:txBody>
      </p:sp>
      <p:sp>
        <p:nvSpPr>
          <p:cNvPr id="6" name="Footer Placeholder 5">
            <a:extLst>
              <a:ext uri="{FF2B5EF4-FFF2-40B4-BE49-F238E27FC236}">
                <a16:creationId xmlns:a16="http://schemas.microsoft.com/office/drawing/2014/main" id="{9363FCEF-7249-F8B0-3DCA-BD92FAA113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B83C7F-E5F4-756E-1F81-A3377E27BBE1}"/>
              </a:ext>
            </a:extLst>
          </p:cNvPr>
          <p:cNvSpPr>
            <a:spLocks noGrp="1"/>
          </p:cNvSpPr>
          <p:nvPr>
            <p:ph type="sldNum" sz="quarter" idx="12"/>
          </p:nvPr>
        </p:nvSpPr>
        <p:spPr/>
        <p:txBody>
          <a:bodyPr/>
          <a:lstStyle/>
          <a:p>
            <a:fld id="{2F9AC001-5F93-42FD-900D-DDB75849BFEB}" type="slidenum">
              <a:rPr lang="en-IN" smtClean="0"/>
              <a:t>‹#›</a:t>
            </a:fld>
            <a:endParaRPr lang="en-IN"/>
          </a:p>
        </p:txBody>
      </p:sp>
    </p:spTree>
    <p:extLst>
      <p:ext uri="{BB962C8B-B14F-4D97-AF65-F5344CB8AC3E}">
        <p14:creationId xmlns:p14="http://schemas.microsoft.com/office/powerpoint/2010/main" val="3584421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B9612-03F8-6676-037A-FD199F421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2DDE00E-8097-980D-9179-C59E8DC6E7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5F24B54-6863-2D1B-15B8-8397A05223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4BD476-C7DD-8199-3628-9AF8B15C4854}"/>
              </a:ext>
            </a:extLst>
          </p:cNvPr>
          <p:cNvSpPr>
            <a:spLocks noGrp="1"/>
          </p:cNvSpPr>
          <p:nvPr>
            <p:ph type="dt" sz="half" idx="10"/>
          </p:nvPr>
        </p:nvSpPr>
        <p:spPr/>
        <p:txBody>
          <a:bodyPr/>
          <a:lstStyle/>
          <a:p>
            <a:fld id="{9F2D86A9-D729-4E14-AC05-4BE995895EA2}" type="datetimeFigureOut">
              <a:rPr lang="en-IN" smtClean="0"/>
              <a:t>13-01-2026</a:t>
            </a:fld>
            <a:endParaRPr lang="en-IN"/>
          </a:p>
        </p:txBody>
      </p:sp>
      <p:sp>
        <p:nvSpPr>
          <p:cNvPr id="6" name="Footer Placeholder 5">
            <a:extLst>
              <a:ext uri="{FF2B5EF4-FFF2-40B4-BE49-F238E27FC236}">
                <a16:creationId xmlns:a16="http://schemas.microsoft.com/office/drawing/2014/main" id="{11ADA51E-F4BC-5C1E-16E0-07D7A89C84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4EBBF2-7D79-569C-47E9-8627B89EDDE3}"/>
              </a:ext>
            </a:extLst>
          </p:cNvPr>
          <p:cNvSpPr>
            <a:spLocks noGrp="1"/>
          </p:cNvSpPr>
          <p:nvPr>
            <p:ph type="sldNum" sz="quarter" idx="12"/>
          </p:nvPr>
        </p:nvSpPr>
        <p:spPr/>
        <p:txBody>
          <a:bodyPr/>
          <a:lstStyle/>
          <a:p>
            <a:fld id="{2F9AC001-5F93-42FD-900D-DDB75849BFEB}" type="slidenum">
              <a:rPr lang="en-IN" smtClean="0"/>
              <a:t>‹#›</a:t>
            </a:fld>
            <a:endParaRPr lang="en-IN"/>
          </a:p>
        </p:txBody>
      </p:sp>
    </p:spTree>
    <p:extLst>
      <p:ext uri="{BB962C8B-B14F-4D97-AF65-F5344CB8AC3E}">
        <p14:creationId xmlns:p14="http://schemas.microsoft.com/office/powerpoint/2010/main" val="2800118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032BD-7E2F-EE49-5695-EEA3A96B010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8C708D-37C1-FACD-D03A-0D029A9762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4D08E9-F94A-BC19-C478-8AE5A20DA5A7}"/>
              </a:ext>
            </a:extLst>
          </p:cNvPr>
          <p:cNvSpPr>
            <a:spLocks noGrp="1"/>
          </p:cNvSpPr>
          <p:nvPr>
            <p:ph type="dt" sz="half" idx="10"/>
          </p:nvPr>
        </p:nvSpPr>
        <p:spPr/>
        <p:txBody>
          <a:bodyPr/>
          <a:lstStyle/>
          <a:p>
            <a:fld id="{9F2D86A9-D729-4E14-AC05-4BE995895EA2}" type="datetimeFigureOut">
              <a:rPr lang="en-IN" smtClean="0"/>
              <a:t>13-01-2026</a:t>
            </a:fld>
            <a:endParaRPr lang="en-IN"/>
          </a:p>
        </p:txBody>
      </p:sp>
      <p:sp>
        <p:nvSpPr>
          <p:cNvPr id="5" name="Footer Placeholder 4">
            <a:extLst>
              <a:ext uri="{FF2B5EF4-FFF2-40B4-BE49-F238E27FC236}">
                <a16:creationId xmlns:a16="http://schemas.microsoft.com/office/drawing/2014/main" id="{6C2DBE7A-3246-9520-4855-5BB69EC0FD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50758D-0475-5EA3-E01E-B53CB82CCD94}"/>
              </a:ext>
            </a:extLst>
          </p:cNvPr>
          <p:cNvSpPr>
            <a:spLocks noGrp="1"/>
          </p:cNvSpPr>
          <p:nvPr>
            <p:ph type="sldNum" sz="quarter" idx="12"/>
          </p:nvPr>
        </p:nvSpPr>
        <p:spPr/>
        <p:txBody>
          <a:bodyPr/>
          <a:lstStyle/>
          <a:p>
            <a:fld id="{2F9AC001-5F93-42FD-900D-DDB75849BFEB}" type="slidenum">
              <a:rPr lang="en-IN" smtClean="0"/>
              <a:t>‹#›</a:t>
            </a:fld>
            <a:endParaRPr lang="en-IN"/>
          </a:p>
        </p:txBody>
      </p:sp>
    </p:spTree>
    <p:extLst>
      <p:ext uri="{BB962C8B-B14F-4D97-AF65-F5344CB8AC3E}">
        <p14:creationId xmlns:p14="http://schemas.microsoft.com/office/powerpoint/2010/main" val="3993405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7F0AAB-BBC8-47B4-A065-2162505088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6AB39C-5643-95B5-ABB0-1E5E1712D3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7B88C4-C572-C4A6-F257-FD814117D392}"/>
              </a:ext>
            </a:extLst>
          </p:cNvPr>
          <p:cNvSpPr>
            <a:spLocks noGrp="1"/>
          </p:cNvSpPr>
          <p:nvPr>
            <p:ph type="dt" sz="half" idx="10"/>
          </p:nvPr>
        </p:nvSpPr>
        <p:spPr/>
        <p:txBody>
          <a:bodyPr/>
          <a:lstStyle/>
          <a:p>
            <a:fld id="{9F2D86A9-D729-4E14-AC05-4BE995895EA2}" type="datetimeFigureOut">
              <a:rPr lang="en-IN" smtClean="0"/>
              <a:t>13-01-2026</a:t>
            </a:fld>
            <a:endParaRPr lang="en-IN"/>
          </a:p>
        </p:txBody>
      </p:sp>
      <p:sp>
        <p:nvSpPr>
          <p:cNvPr id="5" name="Footer Placeholder 4">
            <a:extLst>
              <a:ext uri="{FF2B5EF4-FFF2-40B4-BE49-F238E27FC236}">
                <a16:creationId xmlns:a16="http://schemas.microsoft.com/office/drawing/2014/main" id="{4AC3C40A-442A-F9DD-5DBE-C6D6D0A99C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F62EC7-345D-0CF2-7704-D0DBD14D228B}"/>
              </a:ext>
            </a:extLst>
          </p:cNvPr>
          <p:cNvSpPr>
            <a:spLocks noGrp="1"/>
          </p:cNvSpPr>
          <p:nvPr>
            <p:ph type="sldNum" sz="quarter" idx="12"/>
          </p:nvPr>
        </p:nvSpPr>
        <p:spPr/>
        <p:txBody>
          <a:bodyPr/>
          <a:lstStyle/>
          <a:p>
            <a:fld id="{2F9AC001-5F93-42FD-900D-DDB75849BFEB}" type="slidenum">
              <a:rPr lang="en-IN" smtClean="0"/>
              <a:t>‹#›</a:t>
            </a:fld>
            <a:endParaRPr lang="en-IN"/>
          </a:p>
        </p:txBody>
      </p:sp>
    </p:spTree>
    <p:extLst>
      <p:ext uri="{BB962C8B-B14F-4D97-AF65-F5344CB8AC3E}">
        <p14:creationId xmlns:p14="http://schemas.microsoft.com/office/powerpoint/2010/main" val="1310494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8D6D77-A93C-7AFF-BF96-6AB74200B0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BA9838-62C2-9AB5-2CBD-6416DCE719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34BE38-CF3C-824A-F94C-4B0D948081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2D86A9-D729-4E14-AC05-4BE995895EA2}" type="datetimeFigureOut">
              <a:rPr lang="en-IN" smtClean="0"/>
              <a:t>13-01-2026</a:t>
            </a:fld>
            <a:endParaRPr lang="en-IN"/>
          </a:p>
        </p:txBody>
      </p:sp>
      <p:sp>
        <p:nvSpPr>
          <p:cNvPr id="5" name="Footer Placeholder 4">
            <a:extLst>
              <a:ext uri="{FF2B5EF4-FFF2-40B4-BE49-F238E27FC236}">
                <a16:creationId xmlns:a16="http://schemas.microsoft.com/office/drawing/2014/main" id="{E85C3C8F-82B0-EE40-9676-B552E3BD07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C29EF06-0DCA-8B26-9C0E-E9731E2441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9AC001-5F93-42FD-900D-DDB75849BFEB}" type="slidenum">
              <a:rPr lang="en-IN" smtClean="0"/>
              <a:t>‹#›</a:t>
            </a:fld>
            <a:endParaRPr lang="en-IN"/>
          </a:p>
        </p:txBody>
      </p:sp>
    </p:spTree>
    <p:extLst>
      <p:ext uri="{BB962C8B-B14F-4D97-AF65-F5344CB8AC3E}">
        <p14:creationId xmlns:p14="http://schemas.microsoft.com/office/powerpoint/2010/main" val="20438978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6DBB0-B19A-67B8-ADD1-D669E21F58C3}"/>
              </a:ext>
            </a:extLst>
          </p:cNvPr>
          <p:cNvSpPr>
            <a:spLocks noGrp="1"/>
          </p:cNvSpPr>
          <p:nvPr>
            <p:ph type="ctrTitle"/>
          </p:nvPr>
        </p:nvSpPr>
        <p:spPr>
          <a:xfrm>
            <a:off x="791311" y="1572398"/>
            <a:ext cx="7728155" cy="1266876"/>
          </a:xfrm>
        </p:spPr>
        <p:txBody>
          <a:bodyPr>
            <a:noAutofit/>
          </a:bodyPr>
          <a:lstStyle/>
          <a:p>
            <a:pPr algn="l"/>
            <a:r>
              <a:rPr lang="en-IN" sz="4800" b="1" i="1" dirty="0">
                <a:solidFill>
                  <a:schemeClr val="bg1"/>
                </a:solidFill>
                <a:latin typeface="Itc novarsee"/>
              </a:rPr>
              <a:t>CHAMPIONS LEAGUE GLORY : STATS AND LEGENDS</a:t>
            </a:r>
          </a:p>
        </p:txBody>
      </p:sp>
      <p:sp>
        <p:nvSpPr>
          <p:cNvPr id="3" name="Subtitle 2">
            <a:extLst>
              <a:ext uri="{FF2B5EF4-FFF2-40B4-BE49-F238E27FC236}">
                <a16:creationId xmlns:a16="http://schemas.microsoft.com/office/drawing/2014/main" id="{1224EF75-C9D3-8844-885F-5DD5DC709A69}"/>
              </a:ext>
            </a:extLst>
          </p:cNvPr>
          <p:cNvSpPr>
            <a:spLocks noGrp="1"/>
          </p:cNvSpPr>
          <p:nvPr>
            <p:ph type="subTitle" idx="1"/>
          </p:nvPr>
        </p:nvSpPr>
        <p:spPr>
          <a:xfrm>
            <a:off x="439883" y="6298939"/>
            <a:ext cx="1936739" cy="429188"/>
          </a:xfrm>
        </p:spPr>
        <p:txBody>
          <a:bodyPr>
            <a:normAutofit/>
          </a:bodyPr>
          <a:lstStyle/>
          <a:p>
            <a:pPr algn="l"/>
            <a:r>
              <a:rPr lang="en-IN" sz="2000" b="1" dirty="0">
                <a:solidFill>
                  <a:schemeClr val="bg1"/>
                </a:solidFill>
                <a:latin typeface="Itc novarsee"/>
              </a:rPr>
              <a:t>ABHINANDH KE</a:t>
            </a:r>
          </a:p>
        </p:txBody>
      </p:sp>
    </p:spTree>
    <p:extLst>
      <p:ext uri="{BB962C8B-B14F-4D97-AF65-F5344CB8AC3E}">
        <p14:creationId xmlns:p14="http://schemas.microsoft.com/office/powerpoint/2010/main" val="3425807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B40D6-87C9-16F3-8F7C-EB69C76007CE}"/>
              </a:ext>
            </a:extLst>
          </p:cNvPr>
          <p:cNvSpPr>
            <a:spLocks noGrp="1"/>
          </p:cNvSpPr>
          <p:nvPr>
            <p:ph type="title"/>
          </p:nvPr>
        </p:nvSpPr>
        <p:spPr/>
        <p:txBody>
          <a:bodyPr/>
          <a:lstStyle/>
          <a:p>
            <a:r>
              <a:rPr lang="en-IN" b="1" dirty="0">
                <a:solidFill>
                  <a:schemeClr val="bg1"/>
                </a:solidFill>
                <a:latin typeface="Itc novarsee"/>
              </a:rPr>
              <a:t>INTRODUCTION</a:t>
            </a:r>
          </a:p>
        </p:txBody>
      </p:sp>
      <p:sp>
        <p:nvSpPr>
          <p:cNvPr id="3" name="Content Placeholder 2">
            <a:extLst>
              <a:ext uri="{FF2B5EF4-FFF2-40B4-BE49-F238E27FC236}">
                <a16:creationId xmlns:a16="http://schemas.microsoft.com/office/drawing/2014/main" id="{7DDC9F2C-2803-D0A4-655B-81FD28AEBF88}"/>
              </a:ext>
            </a:extLst>
          </p:cNvPr>
          <p:cNvSpPr>
            <a:spLocks noGrp="1"/>
          </p:cNvSpPr>
          <p:nvPr>
            <p:ph idx="1"/>
          </p:nvPr>
        </p:nvSpPr>
        <p:spPr>
          <a:xfrm>
            <a:off x="621890" y="1690688"/>
            <a:ext cx="10515600" cy="4351338"/>
          </a:xfrm>
        </p:spPr>
        <p:txBody>
          <a:bodyPr>
            <a:normAutofit/>
          </a:bodyPr>
          <a:lstStyle/>
          <a:p>
            <a:pPr>
              <a:lnSpc>
                <a:spcPct val="150000"/>
              </a:lnSpc>
            </a:pPr>
            <a:r>
              <a:rPr lang="en-US" dirty="0">
                <a:solidFill>
                  <a:schemeClr val="bg1"/>
                </a:solidFill>
                <a:latin typeface="Itc novarsee"/>
              </a:rPr>
              <a:t>This Tableau dashboard provides a comprehensive overview of the UEFA Champions League by analyzing key performance metrics across players, clubs, coaches, and countries. It highlights scoring records, appearances, titles, and competitive dominance, transforming historical football data into clear, interactive insights for analysis and comparison</a:t>
            </a:r>
            <a:endParaRPr lang="en-IN" dirty="0">
              <a:solidFill>
                <a:schemeClr val="bg1"/>
              </a:solidFill>
              <a:latin typeface="Itc novarsee"/>
            </a:endParaRPr>
          </a:p>
        </p:txBody>
      </p:sp>
    </p:spTree>
    <p:extLst>
      <p:ext uri="{BB962C8B-B14F-4D97-AF65-F5344CB8AC3E}">
        <p14:creationId xmlns:p14="http://schemas.microsoft.com/office/powerpoint/2010/main" val="334614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71685-80F6-6BEB-049A-975B0DEF3340}"/>
              </a:ext>
            </a:extLst>
          </p:cNvPr>
          <p:cNvSpPr>
            <a:spLocks noGrp="1"/>
          </p:cNvSpPr>
          <p:nvPr>
            <p:ph type="title"/>
          </p:nvPr>
        </p:nvSpPr>
        <p:spPr>
          <a:xfrm>
            <a:off x="907025" y="295487"/>
            <a:ext cx="4097594" cy="981894"/>
          </a:xfrm>
        </p:spPr>
        <p:txBody>
          <a:bodyPr/>
          <a:lstStyle/>
          <a:p>
            <a:r>
              <a:rPr lang="en-IN" b="1" dirty="0">
                <a:solidFill>
                  <a:schemeClr val="bg1"/>
                </a:solidFill>
                <a:latin typeface="Itc novarsee"/>
              </a:rPr>
              <a:t>OBJECTIVES</a:t>
            </a:r>
          </a:p>
        </p:txBody>
      </p:sp>
      <p:sp>
        <p:nvSpPr>
          <p:cNvPr id="6" name="Rectangle 3">
            <a:extLst>
              <a:ext uri="{FF2B5EF4-FFF2-40B4-BE49-F238E27FC236}">
                <a16:creationId xmlns:a16="http://schemas.microsoft.com/office/drawing/2014/main" id="{5F99103C-0CC2-7387-0356-4262DB24F4B7}"/>
              </a:ext>
            </a:extLst>
          </p:cNvPr>
          <p:cNvSpPr>
            <a:spLocks noGrp="1" noChangeArrowheads="1"/>
          </p:cNvSpPr>
          <p:nvPr>
            <p:ph idx="1"/>
          </p:nvPr>
        </p:nvSpPr>
        <p:spPr bwMode="auto">
          <a:xfrm>
            <a:off x="641350" y="1277381"/>
            <a:ext cx="10530447" cy="3890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Compare all-time top scorers and seasonal goal trends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Rank clubs by titles won and matches played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Analyze player appearances and long-term consistency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Evaluate top coaches based on achievements and appearances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Assess club attacking and defensive performance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Visualize country-wise Champions League dominance</a:t>
            </a:r>
          </a:p>
        </p:txBody>
      </p:sp>
    </p:spTree>
    <p:extLst>
      <p:ext uri="{BB962C8B-B14F-4D97-AF65-F5344CB8AC3E}">
        <p14:creationId xmlns:p14="http://schemas.microsoft.com/office/powerpoint/2010/main" val="3245792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C0410-F895-E22A-FF56-4E86822EB06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41B35C5-2DB2-BA01-E842-3A26EAB7F54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4941" b="4357"/>
          <a:stretch>
            <a:fillRect/>
          </a:stretch>
        </p:blipFill>
        <p:spPr>
          <a:xfrm>
            <a:off x="0" y="0"/>
            <a:ext cx="12442785" cy="6858000"/>
          </a:xfrm>
        </p:spPr>
      </p:pic>
    </p:spTree>
    <p:extLst>
      <p:ext uri="{BB962C8B-B14F-4D97-AF65-F5344CB8AC3E}">
        <p14:creationId xmlns:p14="http://schemas.microsoft.com/office/powerpoint/2010/main" val="1680299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5A4EE-8AD2-7A62-E158-E7DA26761A76}"/>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EB7BCC80-E597-B306-32CC-04A02171192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9789"/>
          <a:stretch>
            <a:fillRect/>
          </a:stretch>
        </p:blipFill>
        <p:spPr>
          <a:xfrm>
            <a:off x="0" y="0"/>
            <a:ext cx="12191999" cy="6858000"/>
          </a:xfrm>
        </p:spPr>
      </p:pic>
    </p:spTree>
    <p:extLst>
      <p:ext uri="{BB962C8B-B14F-4D97-AF65-F5344CB8AC3E}">
        <p14:creationId xmlns:p14="http://schemas.microsoft.com/office/powerpoint/2010/main" val="3652734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CBF44-9A91-7176-D629-C49E76138510}"/>
              </a:ext>
            </a:extLst>
          </p:cNvPr>
          <p:cNvSpPr>
            <a:spLocks noGrp="1"/>
          </p:cNvSpPr>
          <p:nvPr>
            <p:ph type="title"/>
          </p:nvPr>
        </p:nvSpPr>
        <p:spPr/>
        <p:txBody>
          <a:bodyPr/>
          <a:lstStyle/>
          <a:p>
            <a:r>
              <a:rPr lang="en-US" b="1" dirty="0">
                <a:solidFill>
                  <a:schemeClr val="bg1"/>
                </a:solidFill>
                <a:latin typeface="Itc novarsee"/>
              </a:rPr>
              <a:t>Conclusion</a:t>
            </a:r>
            <a:endParaRPr lang="en-IN" b="1" dirty="0">
              <a:solidFill>
                <a:schemeClr val="bg1"/>
              </a:solidFill>
              <a:latin typeface="Itc novarsee"/>
            </a:endParaRPr>
          </a:p>
        </p:txBody>
      </p:sp>
      <p:sp>
        <p:nvSpPr>
          <p:cNvPr id="3" name="Content Placeholder 2">
            <a:extLst>
              <a:ext uri="{FF2B5EF4-FFF2-40B4-BE49-F238E27FC236}">
                <a16:creationId xmlns:a16="http://schemas.microsoft.com/office/drawing/2014/main" id="{45576E06-10D8-C1EB-2302-3773FEC96F17}"/>
              </a:ext>
            </a:extLst>
          </p:cNvPr>
          <p:cNvSpPr>
            <a:spLocks noGrp="1"/>
          </p:cNvSpPr>
          <p:nvPr>
            <p:ph idx="1"/>
          </p:nvPr>
        </p:nvSpPr>
        <p:spPr>
          <a:xfrm>
            <a:off x="525684" y="1837199"/>
            <a:ext cx="10515600" cy="4351338"/>
          </a:xfrm>
          <a:noFill/>
        </p:spPr>
        <p:txBody>
          <a:bodyPr/>
          <a:lstStyle/>
          <a:p>
            <a:pPr>
              <a:lnSpc>
                <a:spcPct val="150000"/>
              </a:lnSpc>
            </a:pPr>
            <a:r>
              <a:rPr lang="en-US" dirty="0">
                <a:solidFill>
                  <a:schemeClr val="bg1"/>
                </a:solidFill>
                <a:latin typeface="Itc novarsee"/>
              </a:rPr>
              <a:t>This dashboard brings Champions League football to life by highlighting top goal scorers, most successful clubs, influential managers, and country-wise dominance, allowing fans and analysts to track form, consistency, and legacy, and clearly see how goals, trophies, appearances, and tactics have defined success in Europe’s biggest stage. </a:t>
            </a:r>
            <a:endParaRPr lang="en-IN" dirty="0">
              <a:solidFill>
                <a:schemeClr val="bg1"/>
              </a:solidFill>
              <a:latin typeface="Itc novarsee"/>
            </a:endParaRPr>
          </a:p>
        </p:txBody>
      </p:sp>
    </p:spTree>
    <p:extLst>
      <p:ext uri="{BB962C8B-B14F-4D97-AF65-F5344CB8AC3E}">
        <p14:creationId xmlns:p14="http://schemas.microsoft.com/office/powerpoint/2010/main" val="3003802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0A5E4-B2F2-A880-14E0-E41CFC9BE61C}"/>
              </a:ext>
            </a:extLst>
          </p:cNvPr>
          <p:cNvSpPr>
            <a:spLocks noGrp="1"/>
          </p:cNvSpPr>
          <p:nvPr>
            <p:ph type="title"/>
          </p:nvPr>
        </p:nvSpPr>
        <p:spPr>
          <a:xfrm>
            <a:off x="711843" y="2910560"/>
            <a:ext cx="10515600" cy="1325563"/>
          </a:xfrm>
        </p:spPr>
        <p:txBody>
          <a:bodyPr>
            <a:noAutofit/>
          </a:bodyPr>
          <a:lstStyle/>
          <a:p>
            <a:r>
              <a:rPr lang="en-IN" sz="9600" b="1" i="1" dirty="0">
                <a:solidFill>
                  <a:schemeClr val="bg1"/>
                </a:solidFill>
                <a:latin typeface="Arial Black" panose="020B0A04020102020204" pitchFamily="34" charset="0"/>
              </a:rPr>
              <a:t>THANK YOU</a:t>
            </a:r>
            <a:r>
              <a:rPr lang="en-IN" sz="9600" b="1" i="1" dirty="0">
                <a:solidFill>
                  <a:schemeClr val="bg1"/>
                </a:solidFill>
                <a:latin typeface="Itc novarsee"/>
              </a:rPr>
              <a:t>…</a:t>
            </a:r>
          </a:p>
        </p:txBody>
      </p:sp>
      <p:sp>
        <p:nvSpPr>
          <p:cNvPr id="3" name="Content Placeholder 2">
            <a:extLst>
              <a:ext uri="{FF2B5EF4-FFF2-40B4-BE49-F238E27FC236}">
                <a16:creationId xmlns:a16="http://schemas.microsoft.com/office/drawing/2014/main" id="{BA43A70A-ADEA-5CBF-59E1-D8D251937B23}"/>
              </a:ext>
            </a:extLst>
          </p:cNvPr>
          <p:cNvSpPr>
            <a:spLocks noGrp="1"/>
          </p:cNvSpPr>
          <p:nvPr>
            <p:ph idx="1"/>
          </p:nvPr>
        </p:nvSpPr>
        <p:spPr>
          <a:xfrm flipH="1" flipV="1">
            <a:off x="9311149" y="6176963"/>
            <a:ext cx="1916294" cy="315912"/>
          </a:xfrm>
        </p:spPr>
        <p:txBody>
          <a:bodyPr>
            <a:normAutofit fontScale="62500" lnSpcReduction="20000"/>
          </a:bodyPr>
          <a:lstStyle/>
          <a:p>
            <a:pPr marL="0" indent="0">
              <a:buNone/>
            </a:pPr>
            <a:r>
              <a:rPr lang="en-IN" dirty="0"/>
              <a:t>.</a:t>
            </a:r>
          </a:p>
        </p:txBody>
      </p:sp>
    </p:spTree>
    <p:extLst>
      <p:ext uri="{BB962C8B-B14F-4D97-AF65-F5344CB8AC3E}">
        <p14:creationId xmlns:p14="http://schemas.microsoft.com/office/powerpoint/2010/main" val="1406444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246</TotalTime>
  <Words>168</Words>
  <Application>Microsoft Office PowerPoint</Application>
  <PresentationFormat>Widescreen</PresentationFormat>
  <Paragraphs>15</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Itc novarsee</vt:lpstr>
      <vt:lpstr>Aptos</vt:lpstr>
      <vt:lpstr>Aptos Display</vt:lpstr>
      <vt:lpstr>Arial</vt:lpstr>
      <vt:lpstr>Arial Black</vt:lpstr>
      <vt:lpstr>Office Theme</vt:lpstr>
      <vt:lpstr>CHAMPIONS LEAGUE GLORY : STATS AND LEGENDS</vt:lpstr>
      <vt:lpstr>INTRODUCTION</vt:lpstr>
      <vt:lpstr>OBJECTIVES</vt:lpstr>
      <vt:lpstr>PowerPoint Presentation</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Abhinandh KE</dc:creator>
  <cp:lastModifiedBy>Abhinandh KE</cp:lastModifiedBy>
  <cp:revision>1</cp:revision>
  <dcterms:created xsi:type="dcterms:W3CDTF">2026-01-07T05:23:07Z</dcterms:created>
  <dcterms:modified xsi:type="dcterms:W3CDTF">2026-01-13T14:17:15Z</dcterms:modified>
</cp:coreProperties>
</file>